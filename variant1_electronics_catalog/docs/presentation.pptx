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Каталог электроники с быстрым поиском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Вариант 1 · MongoDB · Python</a:t>
            </a:r>
          </a:p>
          <a:p>
            <a:pPr>
              <a:defRPr sz="2200"/>
            </a:pPr>
            <a:r>
              <a:t>Дисциплина: Проектирование и применение NoSQL-технологий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и 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Нужно хранить электронику с разными характеристиками и быстро находить товары по названию, бренду, категории, цене и параметрам.</a:t>
            </a:r>
          </a:p>
          <a:p>
            <a:pPr>
              <a:defRPr sz="1800"/>
            </a:pPr>
            <a:r>
              <a:t>Цель — реализовать прототип каталога.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Функциональные требования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CRUD-операции</a:t>
            </a:r>
          </a:p>
          <a:p>
            <a:pPr>
              <a:defRPr sz="2200"/>
            </a:pPr>
            <a:r>
              <a:t>Поиск по названию и бренду</a:t>
            </a:r>
          </a:p>
          <a:p>
            <a:pPr>
              <a:defRPr sz="2200"/>
            </a:pPr>
            <a:r>
              <a:t>Фильтры по цене, категории и характеристикам</a:t>
            </a:r>
          </a:p>
          <a:p>
            <a:pPr>
              <a:defRPr sz="2200"/>
            </a:pPr>
            <a:r>
              <a:t>Агрегирование средней цены</a:t>
            </a:r>
          </a:p>
          <a:p>
            <a:pPr>
              <a:defRPr sz="2200"/>
            </a:pPr>
            <a:r>
              <a:t>Контроль низких остатков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Документная модель подходит для гибких карточек.</a:t>
            </a:r>
          </a:p>
          <a:p>
            <a:pPr>
              <a:defRPr sz="1800"/>
            </a:pPr>
            <a:r>
              <a:t>Вложенный объект specs хранит параметры ноутбуков, телевизоров, наушников и других категорий.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Модель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Коллекция products</a:t>
            </a:r>
          </a:p>
          <a:p>
            <a:pPr>
              <a:defRPr sz="2200"/>
            </a:pPr>
            <a:r>
              <a:t>Поля: _id, name, category, brand, price, stock, specs</a:t>
            </a:r>
          </a:p>
          <a:p>
            <a:pPr>
              <a:defRPr sz="2200"/>
            </a:pPr>
            <a:r>
              <a:t>Один документ соответствует одной карточке товара.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Терминал → Python ElectronicsCatalog → PyMongo → MongoDB</a:t>
            </a:r>
          </a:p>
          <a:p>
            <a:pPr>
              <a:defRPr sz="2200"/>
            </a:pPr>
            <a:r>
              <a:t>База: electronics_catalog</a:t>
            </a:r>
          </a:p>
          <a:p>
            <a:pPr>
              <a:defRPr sz="2200"/>
            </a:pPr>
            <a:r>
              <a:t>Коллекция: products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Индексы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Составной индекс category + price</a:t>
            </a:r>
          </a:p>
          <a:p>
            <a:pPr>
              <a:defRPr sz="2200"/>
            </a:pPr>
            <a:r>
              <a:t>Индекс brand</a:t>
            </a:r>
          </a:p>
          <a:p>
            <a:pPr>
              <a:defRPr sz="2200"/>
            </a:pPr>
            <a:r>
              <a:t>Текстовый индекс name + brand</a:t>
            </a:r>
          </a:p>
          <a:p>
            <a:pPr>
              <a:defRPr sz="2200"/>
            </a:pPr>
            <a:r>
              <a:t>explain() позволяет изучить план выполнения.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Демонстрационные запросы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Поиск Apple</a:t>
            </a:r>
          </a:p>
          <a:p>
            <a:pPr>
              <a:defRPr sz="1800"/>
            </a:pPr>
            <a:r>
              <a:t>Ноутбуки до 350 000 ₸</a:t>
            </a:r>
          </a:p>
          <a:p>
            <a:pPr>
              <a:defRPr sz="1800"/>
            </a:pPr>
            <a:r>
              <a:t>Средняя цена по категориям</a:t>
            </a:r>
          </a:p>
          <a:p>
            <a:pPr>
              <a:defRPr sz="1800"/>
            </a:pPr>
            <a:r>
              <a:t>Количество товаров по категориям</a:t>
            </a:r>
          </a:p>
          <a:p>
            <a:pPr>
              <a:defRPr sz="1800"/>
            </a:pPr>
            <a:r>
              <a:t>Низкий остаток</a:t>
            </a:r>
          </a:p>
          <a:p>
            <a:pPr>
              <a:defRPr sz="1800"/>
            </a:pPr>
            <a:r>
              <a:t>Беспроводные наушники</a:t>
            </a:r>
          </a:p>
          <a:p>
            <a:pPr>
              <a:defRPr sz="1800"/>
            </a:pPr>
            <a:r>
              <a:t>Фильтр Samsung по цене</a:t>
            </a:r>
          </a:p>
          <a:p>
            <a:pPr>
              <a:defRPr sz="1800"/>
            </a:pPr>
            <a:r>
              <a:t>explain()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 и ограничения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Три теста проверяют объём набора, обязательные поля и категории.</a:t>
            </a:r>
          </a:p>
          <a:p>
            <a:pPr>
              <a:defRPr sz="1800"/>
            </a:pPr>
            <a:r>
              <a:t>Нет веб-интерфейса, авторизации, оплаты и заказов.</a:t>
            </a:r>
          </a:p>
          <a:p>
            <a:pPr>
              <a:defRPr sz="1800"/>
            </a:pPr>
            <a:r>
              <a:t>Фактические замеры нужно выполнить после запуска MongoDB.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MongoDB обеспечивает гибкое хранение карточек и агрегирование.</a:t>
            </a:r>
          </a:p>
          <a:p>
            <a:pPr>
              <a:defRPr sz="1800"/>
            </a:pPr>
            <a:r>
              <a:t>Реализованы базовые CRUD-операции, фильтры и индексы.</a:t>
            </a:r>
          </a:p>
          <a:p>
            <a:pPr>
              <a:defRPr sz="1800"/>
            </a:pPr>
            <a:r>
              <a:t>GitHub: добавить ссылку после публикации.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